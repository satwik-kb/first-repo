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wik Kondaparthy" userId="b9cddff029a49a52" providerId="LiveId" clId="{A133059F-E7EF-4F82-A744-759E03E650AB}"/>
    <pc:docChg chg="modSld">
      <pc:chgData name="Satwik Kondaparthy" userId="b9cddff029a49a52" providerId="LiveId" clId="{A133059F-E7EF-4F82-A744-759E03E650AB}" dt="2026-09-27T07:01:47.588" v="6" actId="22"/>
      <pc:docMkLst>
        <pc:docMk/>
      </pc:docMkLst>
      <pc:sldChg chg="addSp modSp mod">
        <pc:chgData name="Satwik Kondaparthy" userId="b9cddff029a49a52" providerId="LiveId" clId="{A133059F-E7EF-4F82-A744-759E03E650AB}" dt="2026-09-27T07:01:47.588" v="6" actId="22"/>
        <pc:sldMkLst>
          <pc:docMk/>
          <pc:sldMk cId="0" sldId="291"/>
        </pc:sldMkLst>
        <pc:spChg chg="mod">
          <ac:chgData name="Satwik Kondaparthy" userId="b9cddff029a49a52" providerId="LiveId" clId="{A133059F-E7EF-4F82-A744-759E03E650AB}" dt="2026-09-27T07:01:26.585" v="5" actId="20577"/>
          <ac:spMkLst>
            <pc:docMk/>
            <pc:sldMk cId="0" sldId="291"/>
            <ac:spMk id="10" creationId="{00000000-0000-0000-0000-000000000000}"/>
          </ac:spMkLst>
        </pc:spChg>
        <pc:picChg chg="add">
          <ac:chgData name="Satwik Kondaparthy" userId="b9cddff029a49a52" providerId="LiveId" clId="{A133059F-E7EF-4F82-A744-759E03E650AB}" dt="2026-09-27T07:01:47.588" v="6" actId="22"/>
          <ac:picMkLst>
            <pc:docMk/>
            <pc:sldMk cId="0" sldId="291"/>
            <ac:picMk id="4" creationId="{AE9E45C0-A8C2-F7A4-5E1F-6CEA5517E34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563502"/>
            <a:ext cx="592455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–SIH26047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ProblemStatement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Title-Patient Case-Taking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Theme-MedTech/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ID-181644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Prism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9E45C0-A8C2-F7A4-5E1F-6CEA5517E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056" y="2625020"/>
            <a:ext cx="2613887" cy="1607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21681" y="204912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MediKiosk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-Smart Patient Care &amp; Assistance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Prism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51E4BE-170D-8158-2E5C-F3FBAEDD8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426" y="2625538"/>
            <a:ext cx="10317762" cy="6649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199E8A-F169-B63C-CCCD-040F609DB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81" y="3356378"/>
            <a:ext cx="4430763" cy="18757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3D7F5E-8CAF-97A6-29F2-B75F959138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899" y="3301418"/>
            <a:ext cx="4430762" cy="1845305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F194D17-778E-B84C-55C9-4D7838CFFC72}"/>
              </a:ext>
            </a:extLst>
          </p:cNvPr>
          <p:cNvSpPr txBox="1"/>
          <p:nvPr/>
        </p:nvSpPr>
        <p:spPr>
          <a:xfrm>
            <a:off x="421681" y="1321378"/>
            <a:ext cx="11348636" cy="120032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MediKiosk</a:t>
            </a:r>
            <a:r>
              <a:rPr lang="en-IN" dirty="0"/>
              <a:t> acts as an intelligent pre-consultation assistant. Patients interact via touchscreen or voice in regional Indian languages. The system asks adaptive clinical questions, scans old paper prescriptions via OCR, extracts medical entities into a chronological timeline, and flags red-flag symptoms for triage—delivering a physician-ready clinical summary before the patient walks in.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FB235A-52D3-038A-344C-0BCAEF5BFE2E}"/>
              </a:ext>
            </a:extLst>
          </p:cNvPr>
          <p:cNvSpPr txBox="1"/>
          <p:nvPr/>
        </p:nvSpPr>
        <p:spPr>
          <a:xfrm>
            <a:off x="329426" y="5667140"/>
            <a:ext cx="4336842" cy="64633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Medikiosk</a:t>
            </a:r>
            <a:r>
              <a:rPr lang="en-IN" dirty="0"/>
              <a:t> fills the first-mile gap between the patient and doctor.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F6A36F-783C-1C2D-EBE7-AD286C76C73E}"/>
              </a:ext>
            </a:extLst>
          </p:cNvPr>
          <p:cNvSpPr/>
          <p:nvPr/>
        </p:nvSpPr>
        <p:spPr>
          <a:xfrm>
            <a:off x="4865021" y="5334390"/>
            <a:ext cx="1342021" cy="503238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PATIENT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2C53CB3-9220-7C26-FD35-915291C25390}"/>
              </a:ext>
            </a:extLst>
          </p:cNvPr>
          <p:cNvSpPr/>
          <p:nvPr/>
        </p:nvSpPr>
        <p:spPr>
          <a:xfrm>
            <a:off x="6338509" y="5509207"/>
            <a:ext cx="319549" cy="1484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C878C37-90DF-89A6-354F-2E80C48B79D4}"/>
              </a:ext>
            </a:extLst>
          </p:cNvPr>
          <p:cNvSpPr/>
          <p:nvPr/>
        </p:nvSpPr>
        <p:spPr>
          <a:xfrm>
            <a:off x="10905011" y="5331800"/>
            <a:ext cx="1172066" cy="503238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Doctor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3F6371E-FFFC-B420-87B3-85F26FBFE165}"/>
              </a:ext>
            </a:extLst>
          </p:cNvPr>
          <p:cNvSpPr/>
          <p:nvPr/>
        </p:nvSpPr>
        <p:spPr>
          <a:xfrm>
            <a:off x="10501269" y="5481369"/>
            <a:ext cx="291838" cy="1484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20142F-12EF-CF0F-2526-F88CEC737E35}"/>
              </a:ext>
            </a:extLst>
          </p:cNvPr>
          <p:cNvSpPr/>
          <p:nvPr/>
        </p:nvSpPr>
        <p:spPr>
          <a:xfrm>
            <a:off x="6698513" y="5104798"/>
            <a:ext cx="3748907" cy="119639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IN" dirty="0"/>
          </a:p>
          <a:p>
            <a:pPr lvl="0"/>
            <a:r>
              <a:rPr lang="en-IN" dirty="0"/>
              <a:t>AI History Taking ,Voice + Touch </a:t>
            </a:r>
          </a:p>
          <a:p>
            <a:pPr lvl="0"/>
            <a:r>
              <a:rPr lang="en-IN" dirty="0"/>
              <a:t>OCR + Timeline ,Red-Flag Detection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35A1E4B-27C5-7357-FD4D-072742EF90BC}"/>
              </a:ext>
            </a:extLst>
          </p:cNvPr>
          <p:cNvSpPr/>
          <p:nvPr/>
        </p:nvSpPr>
        <p:spPr>
          <a:xfrm>
            <a:off x="7805909" y="5047255"/>
            <a:ext cx="1649219" cy="619885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MediKiosk</a:t>
            </a:r>
            <a:endParaRPr lang="en-I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Prism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D113C1-95D6-B02F-16B4-82B84AD3C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72" y="2654242"/>
            <a:ext cx="10872247" cy="24996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604E414-916C-4208-A9A2-98DAB395556E}"/>
              </a:ext>
            </a:extLst>
          </p:cNvPr>
          <p:cNvSpPr txBox="1"/>
          <p:nvPr/>
        </p:nvSpPr>
        <p:spPr>
          <a:xfrm>
            <a:off x="852622" y="1256746"/>
            <a:ext cx="10178591" cy="120032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Our architecture pairs a responsive React/Next.js frontend with Python </a:t>
            </a:r>
            <a:r>
              <a:rPr lang="en-IN" dirty="0" err="1"/>
              <a:t>FastAPI</a:t>
            </a:r>
            <a:r>
              <a:rPr lang="en-IN" dirty="0"/>
              <a:t> backend. We leverage multilingual speech recognition, LLM-based adaptive questioning, and medical OCR for document parsing.  Data is structured using FHIR-compatible formats, with planned ABHA/ABDM integration through appropriate consent mechanisms.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4590343-19DF-E1CB-D8E0-3DD7E20B6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1" y="5521229"/>
            <a:ext cx="10693138" cy="5032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Prism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0A1433-2843-37C0-C6F8-C4A45438C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629" y="1359451"/>
            <a:ext cx="10613886" cy="28657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3C1860-9666-9295-C1A2-5C589B71D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851" y="3759312"/>
            <a:ext cx="2571297" cy="25712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F40BF-CCB6-E583-5448-DEFDC493801E}"/>
              </a:ext>
            </a:extLst>
          </p:cNvPr>
          <p:cNvSpPr txBox="1"/>
          <p:nvPr/>
        </p:nvSpPr>
        <p:spPr>
          <a:xfrm>
            <a:off x="798485" y="4121631"/>
            <a:ext cx="3888385" cy="9233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Human-in-the-loop design ensures that AI-generated information is reviewed by the physician before clinical use.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A26C30-A194-4C79-E3D5-CBA5D1FECC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636" y="4121631"/>
            <a:ext cx="2188674" cy="218867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Prism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5C8AE9-58A3-ECAD-B5C4-4044F4BA3E43}"/>
              </a:ext>
            </a:extLst>
          </p:cNvPr>
          <p:cNvSpPr txBox="1"/>
          <p:nvPr/>
        </p:nvSpPr>
        <p:spPr>
          <a:xfrm>
            <a:off x="737648" y="1325583"/>
            <a:ext cx="10565090" cy="120032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Patients gain accessible, multilingual intake without repeating their story. Doctors save up to 50% of manual data collection time, allowing more time for physical examination and clinical decision-making. Hospitals gain organized digital records and faster OPD flow, supporting standard medicine as well as AYUSH </a:t>
            </a:r>
            <a:r>
              <a:rPr lang="en-IN" dirty="0" err="1"/>
              <a:t>Dashavidha</a:t>
            </a:r>
            <a:r>
              <a:rPr lang="en-IN" dirty="0"/>
              <a:t> Pariksha.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CD5A59-E197-3E00-7C7D-E91C97CD5DC4}"/>
              </a:ext>
            </a:extLst>
          </p:cNvPr>
          <p:cNvSpPr txBox="1"/>
          <p:nvPr/>
        </p:nvSpPr>
        <p:spPr>
          <a:xfrm>
            <a:off x="515332" y="4630915"/>
            <a:ext cx="2812330" cy="147732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Potentially reduces manual history-taking time; effectiveness will be validated through prototype testing.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57E5FF-B6BD-7F2E-1C94-2A6F52C10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013" y="2683905"/>
            <a:ext cx="9886360" cy="18104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046031A-7122-A645-F2D8-084C2E716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2530" y="4652386"/>
            <a:ext cx="7502294" cy="63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25863" y="1267409"/>
            <a:ext cx="10400907" cy="4850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42332"/>
                </a:solidFill>
              </a:defRPr>
            </a:pPr>
            <a:r>
              <a:rPr lang="en-US" sz="2800" dirty="0"/>
              <a:t>• World Health Organization (WHO) – Global strategy on digital health </a:t>
            </a:r>
          </a:p>
          <a:p>
            <a:pPr>
              <a:spcAft>
                <a:spcPts val="700"/>
              </a:spcAft>
              <a:defRPr sz="1500">
                <a:solidFill>
                  <a:srgbClr val="142332"/>
                </a:solidFill>
              </a:defRPr>
            </a:pPr>
            <a:r>
              <a:rPr lang="en-US" sz="2800" dirty="0"/>
              <a:t>• Ayushman Bharat Digital Mission (ABDM) – Digital health ecosystem   and health-data exchange framework.</a:t>
            </a:r>
          </a:p>
          <a:p>
            <a:pPr>
              <a:spcAft>
                <a:spcPts val="700"/>
              </a:spcAft>
              <a:defRPr sz="1500">
                <a:solidFill>
                  <a:srgbClr val="142332"/>
                </a:solidFill>
              </a:defRPr>
            </a:pPr>
            <a:r>
              <a:rPr lang="en-US" sz="2800" dirty="0"/>
              <a:t>• Ministry of Health &amp; Family Welfare, Government of India – Digital health initiatives.</a:t>
            </a:r>
          </a:p>
          <a:p>
            <a:pPr>
              <a:spcAft>
                <a:spcPts val="700"/>
              </a:spcAft>
              <a:defRPr sz="1500">
                <a:solidFill>
                  <a:srgbClr val="142332"/>
                </a:solidFill>
              </a:defRPr>
            </a:pPr>
            <a:r>
              <a:rPr lang="en-US" sz="2800" dirty="0"/>
              <a:t>• Electronic Health Record (EHR) / patient registration workflows – used as design reference for structured intake.</a:t>
            </a:r>
          </a:p>
          <a:p>
            <a:pPr>
              <a:spcAft>
                <a:spcPts val="700"/>
              </a:spcAft>
              <a:defRPr sz="1500">
                <a:solidFill>
                  <a:srgbClr val="142332"/>
                </a:solidFill>
              </a:defRPr>
            </a:pPr>
            <a:r>
              <a:rPr lang="en-US" sz="2800" dirty="0"/>
              <a:t>•Human-centered design principles – accessible interfaces, multilingual prompts and minimal-step workflows.</a:t>
            </a:r>
          </a:p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Prism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7665</TotalTime>
  <Words>358</Words>
  <Application>Microsoft Office PowerPoint</Application>
  <PresentationFormat>Widescreen</PresentationFormat>
  <Paragraphs>45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MediKiosk-Smart Patient Care &amp; Assistance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Satwik Kondaparthy</cp:lastModifiedBy>
  <cp:revision>155</cp:revision>
  <dcterms:created xsi:type="dcterms:W3CDTF">2013-12-12T18:46:50Z</dcterms:created>
  <dcterms:modified xsi:type="dcterms:W3CDTF">2026-09-27T07:02:46Z</dcterms:modified>
  <cp:category/>
</cp:coreProperties>
</file>